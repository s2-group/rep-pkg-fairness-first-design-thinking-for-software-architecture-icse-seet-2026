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6858000" cx="9906000"/>
  <p:notesSz cx="6858000" cy="9144000"/>
  <p:embeddedFontLst>
    <p:embeddedFont>
      <p:font typeface="Merriweather Sans"/>
      <p:regular r:id="rId19"/>
      <p:bold r:id="rId20"/>
      <p:italic r:id="rId21"/>
      <p:boldItalic r:id="rId22"/>
    </p:embeddedFont>
    <p:embeddedFont>
      <p:font typeface="Helvetica Neue"/>
      <p:regular r:id="rId23"/>
      <p:bold r:id="rId24"/>
      <p:italic r:id="rId25"/>
      <p:boldItalic r:id="rId26"/>
    </p:embeddedFont>
    <p:embeddedFont>
      <p:font typeface="Helvetica Neue Light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gdWunJrO4+q0byLfrkWurBeWiK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832DC9-CE18-4CA3-B5C1-5AC84BBCB9C9}">
  <a:tblStyle styleId="{36832DC9-CE18-4CA3-B5C1-5AC84BBCB9C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12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Sans-bold.fntdata"/><Relationship Id="rId22" Type="http://schemas.openxmlformats.org/officeDocument/2006/relationships/font" Target="fonts/MerriweatherSans-boldItalic.fntdata"/><Relationship Id="rId21" Type="http://schemas.openxmlformats.org/officeDocument/2006/relationships/font" Target="fonts/MerriweatherSans-italic.fntdata"/><Relationship Id="rId24" Type="http://schemas.openxmlformats.org/officeDocument/2006/relationships/font" Target="fonts/HelveticaNeue-bold.fntdata"/><Relationship Id="rId23" Type="http://schemas.openxmlformats.org/officeDocument/2006/relationships/font" Target="fonts/HelveticaNeue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HelveticaNeue-boldItalic.fntdata"/><Relationship Id="rId25" Type="http://schemas.openxmlformats.org/officeDocument/2006/relationships/font" Target="fonts/HelveticaNeue-italic.fntdata"/><Relationship Id="rId28" Type="http://schemas.openxmlformats.org/officeDocument/2006/relationships/font" Target="fonts/HelveticaNeueLight-bold.fntdata"/><Relationship Id="rId27" Type="http://schemas.openxmlformats.org/officeDocument/2006/relationships/font" Target="fonts/HelveticaNeueLight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HelveticaNeueLight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customschemas.google.com/relationships/presentationmetadata" Target="metadata"/><Relationship Id="rId30" Type="http://schemas.openxmlformats.org/officeDocument/2006/relationships/font" Target="fonts/HelveticaNeueLight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font" Target="fonts/MerriweatherSans-regular.fntdata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952500" y="685800"/>
            <a:ext cx="4953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/>
          <p:nvPr>
            <p:ph idx="2" type="sldImg"/>
          </p:nvPr>
        </p:nvSpPr>
        <p:spPr>
          <a:xfrm>
            <a:off x="952500" y="685800"/>
            <a:ext cx="4953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7" name="Google Shape;11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/>
          <p:cNvSpPr/>
          <p:nvPr>
            <p:ph idx="2" type="sldImg"/>
          </p:nvPr>
        </p:nvSpPr>
        <p:spPr>
          <a:xfrm>
            <a:off x="952500" y="685800"/>
            <a:ext cx="4953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4" name="Google Shape;12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/>
          <p:nvPr>
            <p:ph idx="2" type="sldImg"/>
          </p:nvPr>
        </p:nvSpPr>
        <p:spPr>
          <a:xfrm>
            <a:off x="952500" y="685800"/>
            <a:ext cx="4953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/>
          <p:nvPr>
            <p:ph idx="2" type="sldImg"/>
          </p:nvPr>
        </p:nvSpPr>
        <p:spPr>
          <a:xfrm>
            <a:off x="952500" y="685800"/>
            <a:ext cx="4953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/>
          <p:nvPr>
            <p:ph idx="2" type="sldImg"/>
          </p:nvPr>
        </p:nvSpPr>
        <p:spPr>
          <a:xfrm>
            <a:off x="952500" y="685800"/>
            <a:ext cx="4953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/>
          <p:nvPr>
            <p:ph idx="2" type="sldImg"/>
          </p:nvPr>
        </p:nvSpPr>
        <p:spPr>
          <a:xfrm>
            <a:off x="952500" y="685800"/>
            <a:ext cx="4953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/>
          <p:nvPr>
            <p:ph idx="2" type="sldImg"/>
          </p:nvPr>
        </p:nvSpPr>
        <p:spPr>
          <a:xfrm>
            <a:off x="952500" y="685800"/>
            <a:ext cx="4953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9" name="Google Shape;15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2a56f703e0_0_0:notes"/>
          <p:cNvSpPr/>
          <p:nvPr>
            <p:ph idx="2" type="sldImg"/>
          </p:nvPr>
        </p:nvSpPr>
        <p:spPr>
          <a:xfrm>
            <a:off x="952500" y="685800"/>
            <a:ext cx="4953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6" name="Google Shape;166;g32a56f703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2a56f703e0_0_6:notes"/>
          <p:cNvSpPr/>
          <p:nvPr>
            <p:ph idx="2" type="sldImg"/>
          </p:nvPr>
        </p:nvSpPr>
        <p:spPr>
          <a:xfrm>
            <a:off x="952500" y="685800"/>
            <a:ext cx="4953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3" name="Google Shape;173;g32a56f703e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/>
          <p:nvPr>
            <p:ph idx="2" type="sldImg"/>
          </p:nvPr>
        </p:nvSpPr>
        <p:spPr>
          <a:xfrm>
            <a:off x="952500" y="685800"/>
            <a:ext cx="4953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/>
          <p:nvPr>
            <p:ph idx="2" type="sldImg"/>
          </p:nvPr>
        </p:nvSpPr>
        <p:spPr>
          <a:xfrm>
            <a:off x="952500" y="685800"/>
            <a:ext cx="4953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7" name="Google Shape;18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4"/>
          <p:cNvSpPr txBox="1"/>
          <p:nvPr>
            <p:ph type="title"/>
          </p:nvPr>
        </p:nvSpPr>
        <p:spPr>
          <a:xfrm>
            <a:off x="1073795" y="5473899"/>
            <a:ext cx="4411266" cy="1196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400" lIns="37400" spcFirstLastPara="1" rIns="37400" wrap="square" tIns="374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14"/>
          <p:cNvSpPr txBox="1"/>
          <p:nvPr>
            <p:ph idx="1" type="body"/>
          </p:nvPr>
        </p:nvSpPr>
        <p:spPr>
          <a:xfrm>
            <a:off x="5978426" y="5956101"/>
            <a:ext cx="3772793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37400" lIns="37400" spcFirstLastPara="1" rIns="37400" wrap="square" tIns="374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2" type="sldNum"/>
          </p:nvPr>
        </p:nvSpPr>
        <p:spPr>
          <a:xfrm>
            <a:off x="9269849" y="6333134"/>
            <a:ext cx="5943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8"/>
          <p:cNvSpPr txBox="1"/>
          <p:nvPr>
            <p:ph type="ctrTitle"/>
          </p:nvPr>
        </p:nvSpPr>
        <p:spPr>
          <a:xfrm>
            <a:off x="742467" y="2130848"/>
            <a:ext cx="8421067" cy="1470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37400" lIns="37400" spcFirstLastPara="1" rIns="37400" wrap="square" tIns="374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" type="subTitle"/>
          </p:nvPr>
        </p:nvSpPr>
        <p:spPr>
          <a:xfrm>
            <a:off x="1486143" y="3886647"/>
            <a:ext cx="6933716" cy="1752451"/>
          </a:xfrm>
          <a:prstGeom prst="rect">
            <a:avLst/>
          </a:prstGeom>
          <a:noFill/>
          <a:ln>
            <a:noFill/>
          </a:ln>
        </p:spPr>
        <p:txBody>
          <a:bodyPr anchorCtr="0" anchor="t" bIns="37400" lIns="37400" spcFirstLastPara="1" rIns="37400" wrap="square" tIns="374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900"/>
              <a:buFont typeface="Helvetica Neue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900"/>
              <a:buFont typeface="Helvetica Neue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900"/>
              <a:buFont typeface="Helvetica Neue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900"/>
              <a:buFont typeface="Helvetica Neue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900"/>
              <a:buFont typeface="Helvetica Neue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900"/>
              <a:buFont typeface="Helvetica Neue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900"/>
              <a:buFont typeface="Helvetica Neue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900"/>
              <a:buFont typeface="Helvetica Neue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900"/>
              <a:buFont typeface="Helvetica Neue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/>
          <p:nvPr>
            <p:ph type="title"/>
          </p:nvPr>
        </p:nvSpPr>
        <p:spPr>
          <a:xfrm>
            <a:off x="782371" y="4406801"/>
            <a:ext cx="8419858" cy="1361777"/>
          </a:xfrm>
          <a:prstGeom prst="rect">
            <a:avLst/>
          </a:prstGeom>
          <a:noFill/>
          <a:ln>
            <a:noFill/>
          </a:ln>
        </p:spPr>
        <p:txBody>
          <a:bodyPr anchorCtr="0" anchor="t" bIns="37400" lIns="37400" spcFirstLastPara="1" rIns="37400" wrap="square" tIns="374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900" cap="none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" type="body"/>
          </p:nvPr>
        </p:nvSpPr>
        <p:spPr>
          <a:xfrm>
            <a:off x="782371" y="2906613"/>
            <a:ext cx="8419858" cy="1500188"/>
          </a:xfrm>
          <a:prstGeom prst="rect">
            <a:avLst/>
          </a:prstGeom>
          <a:noFill/>
          <a:ln>
            <a:noFill/>
          </a:ln>
        </p:spPr>
        <p:txBody>
          <a:bodyPr anchorCtr="0" anchor="b" bIns="37400" lIns="37400" spcFirstLastPara="1" rIns="37400" wrap="square" tIns="374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Helvetica Neue"/>
              <a:buNone/>
              <a:defRPr sz="15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Helvetica Neue"/>
              <a:buNone/>
              <a:defRPr sz="13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Helvetica Neue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Helvetica Neue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Helvetica Neue"/>
              <a:buNone/>
              <a:defRPr sz="10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Helvetica Neue"/>
              <a:buNone/>
              <a:defRPr sz="10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Helvetica Neue"/>
              <a:buNone/>
              <a:defRPr sz="10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Helvetica Neue"/>
              <a:buNone/>
              <a:defRPr sz="10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Helvetica Neue"/>
              <a:buNone/>
              <a:defRPr sz="1000"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9269849" y="6333134"/>
            <a:ext cx="5943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title"/>
          </p:nvPr>
        </p:nvSpPr>
        <p:spPr>
          <a:xfrm>
            <a:off x="1073795" y="5473899"/>
            <a:ext cx="4411266" cy="1196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400" lIns="37400" spcFirstLastPara="1" rIns="37400" wrap="square" tIns="374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" type="body"/>
          </p:nvPr>
        </p:nvSpPr>
        <p:spPr>
          <a:xfrm>
            <a:off x="5978426" y="5956101"/>
            <a:ext cx="1828354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37400" lIns="37400" spcFirstLastPara="1" rIns="37400" wrap="square" tIns="374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/>
            </a:lvl9pPr>
          </a:lstStyle>
          <a:p/>
        </p:txBody>
      </p:sp>
      <p:sp>
        <p:nvSpPr>
          <p:cNvPr id="24" name="Google Shape;24;p20"/>
          <p:cNvSpPr txBox="1"/>
          <p:nvPr>
            <p:ph idx="2" type="body"/>
          </p:nvPr>
        </p:nvSpPr>
        <p:spPr>
          <a:xfrm>
            <a:off x="7922865" y="5956101"/>
            <a:ext cx="1828354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37400" lIns="37400" spcFirstLastPara="1" rIns="37400" wrap="square" tIns="374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/>
            </a:lvl9pPr>
          </a:lstStyle>
          <a:p/>
        </p:txBody>
      </p:sp>
      <p:sp>
        <p:nvSpPr>
          <p:cNvPr id="25" name="Google Shape;25;p20"/>
          <p:cNvSpPr txBox="1"/>
          <p:nvPr>
            <p:ph idx="12" type="sldNum"/>
          </p:nvPr>
        </p:nvSpPr>
        <p:spPr>
          <a:xfrm>
            <a:off x="9269849" y="6333134"/>
            <a:ext cx="5943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1"/>
          <p:cNvSpPr txBox="1"/>
          <p:nvPr>
            <p:ph type="title"/>
          </p:nvPr>
        </p:nvSpPr>
        <p:spPr>
          <a:xfrm>
            <a:off x="495784" y="274588"/>
            <a:ext cx="891443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400" lIns="37400" spcFirstLastPara="1" rIns="37400" wrap="square" tIns="374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" type="body"/>
          </p:nvPr>
        </p:nvSpPr>
        <p:spPr>
          <a:xfrm>
            <a:off x="495784" y="1534791"/>
            <a:ext cx="4376198" cy="639589"/>
          </a:xfrm>
          <a:prstGeom prst="rect">
            <a:avLst/>
          </a:prstGeom>
          <a:noFill/>
          <a:ln>
            <a:noFill/>
          </a:ln>
        </p:spPr>
        <p:txBody>
          <a:bodyPr anchorCtr="0" anchor="b" bIns="37400" lIns="37400" spcFirstLastPara="1" rIns="37400" wrap="square" tIns="374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Helvetica Neue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Helvetica Neue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Helvetica Neue"/>
              <a:buNone/>
              <a:defRPr b="1" sz="13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Helvetica Neue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Helvetica Neue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Helvetica Neue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Helvetica Neue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Helvetica Neue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Helvetica Neue"/>
              <a:buNone/>
              <a:defRPr b="1" sz="1200"/>
            </a:lvl9pPr>
          </a:lstStyle>
          <a:p/>
        </p:txBody>
      </p:sp>
      <p:sp>
        <p:nvSpPr>
          <p:cNvPr id="29" name="Google Shape;29;p21"/>
          <p:cNvSpPr txBox="1"/>
          <p:nvPr>
            <p:ph idx="2" type="body"/>
          </p:nvPr>
        </p:nvSpPr>
        <p:spPr>
          <a:xfrm>
            <a:off x="495784" y="2174379"/>
            <a:ext cx="4376198" cy="3951387"/>
          </a:xfrm>
          <a:prstGeom prst="rect">
            <a:avLst/>
          </a:prstGeom>
          <a:noFill/>
          <a:ln>
            <a:noFill/>
          </a:ln>
        </p:spPr>
        <p:txBody>
          <a:bodyPr anchorCtr="0" anchor="t" bIns="37400" lIns="37400" spcFirstLastPara="1" rIns="37400" wrap="square" tIns="374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9pPr>
          </a:lstStyle>
          <a:p/>
        </p:txBody>
      </p:sp>
      <p:sp>
        <p:nvSpPr>
          <p:cNvPr id="30" name="Google Shape;30;p21"/>
          <p:cNvSpPr txBox="1"/>
          <p:nvPr>
            <p:ph idx="3" type="body"/>
          </p:nvPr>
        </p:nvSpPr>
        <p:spPr>
          <a:xfrm>
            <a:off x="5031601" y="1534791"/>
            <a:ext cx="4378616" cy="639589"/>
          </a:xfrm>
          <a:prstGeom prst="rect">
            <a:avLst/>
          </a:prstGeom>
          <a:noFill/>
          <a:ln>
            <a:noFill/>
          </a:ln>
        </p:spPr>
        <p:txBody>
          <a:bodyPr anchorCtr="0" anchor="b" bIns="37400" lIns="37400" spcFirstLastPara="1" rIns="37400" wrap="square" tIns="374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Helvetica Neue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Helvetica Neue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Helvetica Neue"/>
              <a:buNone/>
              <a:defRPr b="1" sz="13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Helvetica Neue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Helvetica Neue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Helvetica Neue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Helvetica Neue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Helvetica Neue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Helvetica Neue"/>
              <a:buNone/>
              <a:defRPr b="1" sz="1200"/>
            </a:lvl9pPr>
          </a:lstStyle>
          <a:p/>
        </p:txBody>
      </p:sp>
      <p:sp>
        <p:nvSpPr>
          <p:cNvPr id="31" name="Google Shape;31;p21"/>
          <p:cNvSpPr txBox="1"/>
          <p:nvPr>
            <p:ph idx="4" type="body"/>
          </p:nvPr>
        </p:nvSpPr>
        <p:spPr>
          <a:xfrm>
            <a:off x="5031601" y="2174379"/>
            <a:ext cx="4378616" cy="3951387"/>
          </a:xfrm>
          <a:prstGeom prst="rect">
            <a:avLst/>
          </a:prstGeom>
          <a:noFill/>
          <a:ln>
            <a:noFill/>
          </a:ln>
        </p:spPr>
        <p:txBody>
          <a:bodyPr anchorCtr="0" anchor="t" bIns="37400" lIns="37400" spcFirstLastPara="1" rIns="37400" wrap="square" tIns="374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9269849" y="6333134"/>
            <a:ext cx="5943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1073795" y="5473899"/>
            <a:ext cx="4411266" cy="1196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400" lIns="37400" spcFirstLastPara="1" rIns="37400" wrap="square" tIns="374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2" type="sldNum"/>
          </p:nvPr>
        </p:nvSpPr>
        <p:spPr>
          <a:xfrm>
            <a:off x="9269849" y="6333134"/>
            <a:ext cx="5943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3"/>
          <p:cNvSpPr txBox="1"/>
          <p:nvPr>
            <p:ph idx="12" type="sldNum"/>
          </p:nvPr>
        </p:nvSpPr>
        <p:spPr>
          <a:xfrm>
            <a:off x="9269849" y="6333134"/>
            <a:ext cx="5943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4"/>
          <p:cNvSpPr txBox="1"/>
          <p:nvPr>
            <p:ph type="title"/>
          </p:nvPr>
        </p:nvSpPr>
        <p:spPr>
          <a:xfrm>
            <a:off x="495784" y="273473"/>
            <a:ext cx="3258871" cy="1161975"/>
          </a:xfrm>
          <a:prstGeom prst="rect">
            <a:avLst/>
          </a:prstGeom>
          <a:noFill/>
          <a:ln>
            <a:noFill/>
          </a:ln>
        </p:spPr>
        <p:txBody>
          <a:bodyPr anchorCtr="0" anchor="b" bIns="37400" lIns="37400" spcFirstLastPara="1" rIns="37400" wrap="square" tIns="374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5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1" type="body"/>
          </p:nvPr>
        </p:nvSpPr>
        <p:spPr>
          <a:xfrm>
            <a:off x="3873159" y="273472"/>
            <a:ext cx="5537057" cy="5852294"/>
          </a:xfrm>
          <a:prstGeom prst="rect">
            <a:avLst/>
          </a:prstGeom>
          <a:noFill/>
          <a:ln>
            <a:noFill/>
          </a:ln>
        </p:spPr>
        <p:txBody>
          <a:bodyPr anchorCtr="0" anchor="t" bIns="37400" lIns="37400" spcFirstLastPara="1" rIns="37400" wrap="square" tIns="374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9pPr>
          </a:lstStyle>
          <a:p/>
        </p:txBody>
      </p:sp>
      <p:sp>
        <p:nvSpPr>
          <p:cNvPr id="41" name="Google Shape;41;p24"/>
          <p:cNvSpPr txBox="1"/>
          <p:nvPr>
            <p:ph idx="2" type="body"/>
          </p:nvPr>
        </p:nvSpPr>
        <p:spPr>
          <a:xfrm>
            <a:off x="495784" y="1435448"/>
            <a:ext cx="3258871" cy="4690318"/>
          </a:xfrm>
          <a:prstGeom prst="rect">
            <a:avLst/>
          </a:prstGeom>
          <a:noFill/>
          <a:ln>
            <a:noFill/>
          </a:ln>
        </p:spPr>
        <p:txBody>
          <a:bodyPr anchorCtr="0" anchor="t" bIns="37400" lIns="37400" spcFirstLastPara="1" rIns="37400" wrap="square" tIns="374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Helvetica Neue"/>
              <a:buNone/>
              <a:defRPr sz="10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Helvetica Neue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Helvetica Neue"/>
              <a:buNone/>
              <a:defRPr sz="7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Helvetica Neue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Helvetica Neue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Helvetica Neue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Helvetica Neue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Helvetica Neue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Helvetica Neue"/>
              <a:buNone/>
              <a:defRPr sz="700"/>
            </a:lvl9pPr>
          </a:lstStyle>
          <a:p/>
        </p:txBody>
      </p:sp>
      <p:sp>
        <p:nvSpPr>
          <p:cNvPr id="42" name="Google Shape;42;p24"/>
          <p:cNvSpPr txBox="1"/>
          <p:nvPr>
            <p:ph idx="12" type="sldNum"/>
          </p:nvPr>
        </p:nvSpPr>
        <p:spPr>
          <a:xfrm>
            <a:off x="9269849" y="6333134"/>
            <a:ext cx="5943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5"/>
          <p:cNvSpPr txBox="1"/>
          <p:nvPr>
            <p:ph type="title"/>
          </p:nvPr>
        </p:nvSpPr>
        <p:spPr>
          <a:xfrm>
            <a:off x="1942021" y="4800824"/>
            <a:ext cx="5943359" cy="567035"/>
          </a:xfrm>
          <a:prstGeom prst="rect">
            <a:avLst/>
          </a:prstGeom>
          <a:noFill/>
          <a:ln>
            <a:noFill/>
          </a:ln>
        </p:spPr>
        <p:txBody>
          <a:bodyPr anchorCtr="0" anchor="b" bIns="37400" lIns="37400" spcFirstLastPara="1" rIns="37400" wrap="square" tIns="374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5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5"/>
          <p:cNvSpPr/>
          <p:nvPr>
            <p:ph idx="2" type="pic"/>
          </p:nvPr>
        </p:nvSpPr>
        <p:spPr>
          <a:xfrm>
            <a:off x="1942021" y="612800"/>
            <a:ext cx="5943359" cy="4114354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25"/>
          <p:cNvSpPr txBox="1"/>
          <p:nvPr>
            <p:ph idx="1" type="body"/>
          </p:nvPr>
        </p:nvSpPr>
        <p:spPr>
          <a:xfrm>
            <a:off x="1942021" y="5367859"/>
            <a:ext cx="5943359" cy="804788"/>
          </a:xfrm>
          <a:prstGeom prst="rect">
            <a:avLst/>
          </a:prstGeom>
          <a:noFill/>
          <a:ln>
            <a:noFill/>
          </a:ln>
        </p:spPr>
        <p:txBody>
          <a:bodyPr anchorCtr="0" anchor="t" bIns="37400" lIns="37400" spcFirstLastPara="1" rIns="37400" wrap="square" tIns="374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Helvetica Neue"/>
              <a:buNone/>
              <a:defRPr sz="10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Helvetica Neue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Helvetica Neue"/>
              <a:buNone/>
              <a:defRPr sz="7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Helvetica Neue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Helvetica Neue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Helvetica Neue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Helvetica Neue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Helvetica Neue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Helvetica Neue"/>
              <a:buNone/>
              <a:defRPr sz="700"/>
            </a:lvl9pPr>
          </a:lstStyle>
          <a:p/>
        </p:txBody>
      </p:sp>
      <p:sp>
        <p:nvSpPr>
          <p:cNvPr id="47" name="Google Shape;47;p25"/>
          <p:cNvSpPr txBox="1"/>
          <p:nvPr>
            <p:ph idx="12" type="sldNum"/>
          </p:nvPr>
        </p:nvSpPr>
        <p:spPr>
          <a:xfrm>
            <a:off x="9269849" y="6333134"/>
            <a:ext cx="5943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6"/>
          <p:cNvSpPr txBox="1"/>
          <p:nvPr>
            <p:ph type="title"/>
          </p:nvPr>
        </p:nvSpPr>
        <p:spPr>
          <a:xfrm>
            <a:off x="1073795" y="5473899"/>
            <a:ext cx="4411266" cy="1196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400" lIns="37400" spcFirstLastPara="1" rIns="37400" wrap="square" tIns="374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6"/>
          <p:cNvSpPr txBox="1"/>
          <p:nvPr>
            <p:ph idx="1" type="body"/>
          </p:nvPr>
        </p:nvSpPr>
        <p:spPr>
          <a:xfrm rot="5400000">
            <a:off x="7686228" y="4248299"/>
            <a:ext cx="357188" cy="3772793"/>
          </a:xfrm>
          <a:prstGeom prst="rect">
            <a:avLst/>
          </a:prstGeom>
          <a:noFill/>
          <a:ln>
            <a:noFill/>
          </a:ln>
        </p:spPr>
        <p:txBody>
          <a:bodyPr anchorCtr="0" anchor="t" bIns="37400" lIns="37400" spcFirstLastPara="1" rIns="37400" wrap="square" tIns="374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2" type="sldNum"/>
          </p:nvPr>
        </p:nvSpPr>
        <p:spPr>
          <a:xfrm>
            <a:off x="9269849" y="6333134"/>
            <a:ext cx="5943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7"/>
          <p:cNvSpPr txBox="1"/>
          <p:nvPr>
            <p:ph type="title"/>
          </p:nvPr>
        </p:nvSpPr>
        <p:spPr>
          <a:xfrm rot="5400000">
            <a:off x="8068252" y="4987510"/>
            <a:ext cx="1196578" cy="2169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400" lIns="37400" spcFirstLastPara="1" rIns="37400" wrap="square" tIns="374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7"/>
          <p:cNvSpPr txBox="1"/>
          <p:nvPr>
            <p:ph idx="1" type="body"/>
          </p:nvPr>
        </p:nvSpPr>
        <p:spPr>
          <a:xfrm rot="5400000">
            <a:off x="3671497" y="2876197"/>
            <a:ext cx="1196578" cy="6391982"/>
          </a:xfrm>
          <a:prstGeom prst="rect">
            <a:avLst/>
          </a:prstGeom>
          <a:noFill/>
          <a:ln>
            <a:noFill/>
          </a:ln>
        </p:spPr>
        <p:txBody>
          <a:bodyPr anchorCtr="0" anchor="t" bIns="37400" lIns="37400" spcFirstLastPara="1" rIns="37400" wrap="square" tIns="374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7"/>
          <p:cNvSpPr txBox="1"/>
          <p:nvPr>
            <p:ph idx="12" type="sldNum"/>
          </p:nvPr>
        </p:nvSpPr>
        <p:spPr>
          <a:xfrm>
            <a:off x="9269849" y="6333134"/>
            <a:ext cx="5943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kstdia">
  <p:cSld name="Tekstdia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8"/>
          <p:cNvSpPr txBox="1"/>
          <p:nvPr/>
        </p:nvSpPr>
        <p:spPr>
          <a:xfrm>
            <a:off x="6082906" y="6625581"/>
            <a:ext cx="3393148" cy="2308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Vrije Universiteit Amsterdam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U_NL_400px-15.png" id="58" name="Google Shape;58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19598" y="6237288"/>
            <a:ext cx="1033463" cy="477837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28"/>
          <p:cNvSpPr txBox="1"/>
          <p:nvPr>
            <p:ph idx="1" type="body"/>
          </p:nvPr>
        </p:nvSpPr>
        <p:spPr>
          <a:xfrm>
            <a:off x="349818" y="1440000"/>
            <a:ext cx="9166184" cy="49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  <a:defRPr sz="2600">
                <a:latin typeface="Calibri"/>
                <a:ea typeface="Calibri"/>
                <a:cs typeface="Calibri"/>
                <a:sym typeface="Calibri"/>
              </a:defRPr>
            </a:lvl1pPr>
            <a:lvl2pPr indent="-36068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80"/>
              <a:buFont typeface="Noto Sans Symbols"/>
              <a:buChar char="▪"/>
              <a:defRPr sz="2600"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Merriweather Sans"/>
              <a:buChar char="&gt;"/>
              <a:defRPr sz="2000"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&gt;"/>
              <a:defRPr sz="2000"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&gt;"/>
              <a:defRPr sz="20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2" type="sldNum"/>
          </p:nvPr>
        </p:nvSpPr>
        <p:spPr>
          <a:xfrm>
            <a:off x="9269849" y="6333134"/>
            <a:ext cx="5943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435323" y="232172"/>
            <a:ext cx="9035400" cy="982200"/>
          </a:xfrm>
          <a:prstGeom prst="rect">
            <a:avLst/>
          </a:prstGeom>
          <a:noFill/>
          <a:ln>
            <a:noFill/>
          </a:ln>
        </p:spPr>
        <p:txBody>
          <a:bodyPr anchorCtr="0" anchor="b" bIns="37400" lIns="37400" spcFirstLastPara="1" rIns="37400" wrap="square" tIns="374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9269849" y="6333134"/>
            <a:ext cx="5943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title"/>
          </p:nvPr>
        </p:nvSpPr>
        <p:spPr>
          <a:xfrm>
            <a:off x="435323" y="232172"/>
            <a:ext cx="9035355" cy="982266"/>
          </a:xfrm>
          <a:prstGeom prst="rect">
            <a:avLst/>
          </a:prstGeom>
          <a:noFill/>
          <a:ln>
            <a:noFill/>
          </a:ln>
        </p:spPr>
        <p:txBody>
          <a:bodyPr anchorCtr="0" anchor="b" bIns="37400" lIns="37400" spcFirstLastPara="1" rIns="37400" wrap="square" tIns="374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" type="body"/>
          </p:nvPr>
        </p:nvSpPr>
        <p:spPr>
          <a:xfrm>
            <a:off x="435323" y="1634133"/>
            <a:ext cx="9035355" cy="4616648"/>
          </a:xfrm>
          <a:prstGeom prst="rect">
            <a:avLst/>
          </a:prstGeom>
          <a:noFill/>
          <a:ln>
            <a:noFill/>
          </a:ln>
        </p:spPr>
        <p:txBody>
          <a:bodyPr anchorCtr="0" anchor="t" bIns="37400" lIns="37400" spcFirstLastPara="1" rIns="37400" wrap="square" tIns="374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2" type="sldNum"/>
          </p:nvPr>
        </p:nvSpPr>
        <p:spPr>
          <a:xfrm>
            <a:off x="9269849" y="6333134"/>
            <a:ext cx="5943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9"/>
          <p:cNvSpPr txBox="1"/>
          <p:nvPr>
            <p:ph type="ctrTitle"/>
          </p:nvPr>
        </p:nvSpPr>
        <p:spPr>
          <a:xfrm>
            <a:off x="742467" y="2130848"/>
            <a:ext cx="8421067" cy="1470049"/>
          </a:xfrm>
          <a:prstGeom prst="rect">
            <a:avLst/>
          </a:prstGeom>
          <a:noFill/>
          <a:ln>
            <a:noFill/>
          </a:ln>
        </p:spPr>
        <p:txBody>
          <a:bodyPr anchorCtr="0" anchor="b" bIns="37400" lIns="37400" spcFirstLastPara="1" rIns="37400" wrap="square" tIns="374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9"/>
          <p:cNvSpPr txBox="1"/>
          <p:nvPr>
            <p:ph idx="1" type="subTitle"/>
          </p:nvPr>
        </p:nvSpPr>
        <p:spPr>
          <a:xfrm>
            <a:off x="1486143" y="3886647"/>
            <a:ext cx="6933716" cy="1752451"/>
          </a:xfrm>
          <a:prstGeom prst="rect">
            <a:avLst/>
          </a:prstGeom>
          <a:noFill/>
          <a:ln>
            <a:noFill/>
          </a:ln>
        </p:spPr>
        <p:txBody>
          <a:bodyPr anchorCtr="0" anchor="t" bIns="37400" lIns="37400" spcFirstLastPara="1" rIns="37400" wrap="square" tIns="37400">
            <a:noAutofit/>
          </a:bodyPr>
          <a:lstStyle>
            <a:lvl1pPr lvl="0" algn="ctr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900"/>
              <a:buNone/>
              <a:defRPr/>
            </a:lvl1pPr>
            <a:lvl2pPr lvl="1" algn="ctr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900"/>
              <a:buNone/>
              <a:defRPr/>
            </a:lvl2pPr>
            <a:lvl3pPr lvl="2" algn="ctr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900"/>
              <a:buNone/>
              <a:defRPr/>
            </a:lvl3pPr>
            <a:lvl4pPr lvl="3" algn="ctr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900"/>
              <a:buNone/>
              <a:defRPr/>
            </a:lvl4pPr>
            <a:lvl5pPr lvl="4" algn="ctr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900"/>
              <a:buNone/>
              <a:defRPr/>
            </a:lvl5pPr>
            <a:lvl6pPr lvl="5" algn="ctr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900"/>
              <a:buNone/>
              <a:defRPr/>
            </a:lvl6pPr>
            <a:lvl7pPr lvl="6" algn="ctr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900"/>
              <a:buNone/>
              <a:defRPr/>
            </a:lvl7pPr>
            <a:lvl8pPr lvl="7" algn="ctr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900"/>
              <a:buNone/>
              <a:defRPr/>
            </a:lvl8pPr>
            <a:lvl9pPr lvl="8" algn="ctr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0"/>
          <p:cNvSpPr txBox="1"/>
          <p:nvPr>
            <p:ph type="title"/>
          </p:nvPr>
        </p:nvSpPr>
        <p:spPr>
          <a:xfrm>
            <a:off x="782371" y="4406801"/>
            <a:ext cx="8419858" cy="1361777"/>
          </a:xfrm>
          <a:prstGeom prst="rect">
            <a:avLst/>
          </a:prstGeom>
          <a:noFill/>
          <a:ln>
            <a:noFill/>
          </a:ln>
        </p:spPr>
        <p:txBody>
          <a:bodyPr anchorCtr="0" anchor="t" bIns="37400" lIns="37400" spcFirstLastPara="1" rIns="37400" wrap="square" tIns="374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9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" type="body"/>
          </p:nvPr>
        </p:nvSpPr>
        <p:spPr>
          <a:xfrm>
            <a:off x="782371" y="2906613"/>
            <a:ext cx="8419858" cy="1500188"/>
          </a:xfrm>
          <a:prstGeom prst="rect">
            <a:avLst/>
          </a:prstGeom>
          <a:noFill/>
          <a:ln>
            <a:noFill/>
          </a:ln>
        </p:spPr>
        <p:txBody>
          <a:bodyPr anchorCtr="0" anchor="b" bIns="37400" lIns="37400" spcFirstLastPara="1" rIns="37400" wrap="square" tIns="374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500"/>
              <a:buNone/>
              <a:defRPr sz="1500"/>
            </a:lvl1pPr>
            <a:lvl2pPr indent="-228600" lvl="1" marL="9144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300"/>
              <a:buNone/>
              <a:defRPr sz="1300"/>
            </a:lvl2pPr>
            <a:lvl3pPr indent="-228600" lvl="2" marL="13716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9269849" y="6333134"/>
            <a:ext cx="5943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1"/>
          <p:cNvSpPr txBox="1"/>
          <p:nvPr>
            <p:ph type="title"/>
          </p:nvPr>
        </p:nvSpPr>
        <p:spPr>
          <a:xfrm>
            <a:off x="435323" y="232172"/>
            <a:ext cx="9035355" cy="982266"/>
          </a:xfrm>
          <a:prstGeom prst="rect">
            <a:avLst/>
          </a:prstGeom>
          <a:noFill/>
          <a:ln>
            <a:noFill/>
          </a:ln>
        </p:spPr>
        <p:txBody>
          <a:bodyPr anchorCtr="0" anchor="b" bIns="37400" lIns="37400" spcFirstLastPara="1" rIns="37400" wrap="square" tIns="374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1"/>
          <p:cNvSpPr txBox="1"/>
          <p:nvPr>
            <p:ph idx="1" type="body"/>
          </p:nvPr>
        </p:nvSpPr>
        <p:spPr>
          <a:xfrm>
            <a:off x="435322" y="1634133"/>
            <a:ext cx="4459635" cy="4616648"/>
          </a:xfrm>
          <a:prstGeom prst="rect">
            <a:avLst/>
          </a:prstGeom>
          <a:noFill/>
          <a:ln>
            <a:noFill/>
          </a:ln>
        </p:spPr>
        <p:txBody>
          <a:bodyPr anchorCtr="0" anchor="t" bIns="37400" lIns="37400" spcFirstLastPara="1" rIns="37400" wrap="square" tIns="37400">
            <a:noAutofit/>
          </a:bodyPr>
          <a:lstStyle>
            <a:lvl1pPr indent="-361950" lvl="0" marL="4572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800"/>
              <a:buChar char="•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500"/>
              <a:buChar char="•"/>
              <a:defRPr sz="1500"/>
            </a:lvl3pPr>
            <a:lvl4pPr indent="-311150" lvl="3" marL="18288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300"/>
              <a:buChar char="•"/>
              <a:defRPr sz="1300"/>
            </a:lvl4pPr>
            <a:lvl5pPr indent="-311150" lvl="4" marL="22860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300"/>
              <a:buChar char="•"/>
              <a:defRPr sz="1300"/>
            </a:lvl5pPr>
            <a:lvl6pPr indent="-311150" lvl="5" marL="27432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300"/>
              <a:buChar char="•"/>
              <a:defRPr sz="1300"/>
            </a:lvl6pPr>
            <a:lvl7pPr indent="-311150" lvl="6" marL="32004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300"/>
              <a:buChar char="•"/>
              <a:defRPr sz="1300"/>
            </a:lvl7pPr>
            <a:lvl8pPr indent="-311150" lvl="7" marL="36576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300"/>
              <a:buChar char="•"/>
              <a:defRPr sz="1300"/>
            </a:lvl8pPr>
            <a:lvl9pPr indent="-311150" lvl="8" marL="41148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300"/>
              <a:buChar char="•"/>
              <a:defRPr sz="1300"/>
            </a:lvl9pPr>
          </a:lstStyle>
          <a:p/>
        </p:txBody>
      </p:sp>
      <p:sp>
        <p:nvSpPr>
          <p:cNvPr id="83" name="Google Shape;83;p31"/>
          <p:cNvSpPr txBox="1"/>
          <p:nvPr>
            <p:ph idx="2" type="body"/>
          </p:nvPr>
        </p:nvSpPr>
        <p:spPr>
          <a:xfrm>
            <a:off x="5011043" y="1634133"/>
            <a:ext cx="4459635" cy="4616648"/>
          </a:xfrm>
          <a:prstGeom prst="rect">
            <a:avLst/>
          </a:prstGeom>
          <a:noFill/>
          <a:ln>
            <a:noFill/>
          </a:ln>
        </p:spPr>
        <p:txBody>
          <a:bodyPr anchorCtr="0" anchor="t" bIns="37400" lIns="37400" spcFirstLastPara="1" rIns="37400" wrap="square" tIns="37400">
            <a:noAutofit/>
          </a:bodyPr>
          <a:lstStyle>
            <a:lvl1pPr indent="-361950" lvl="0" marL="4572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800"/>
              <a:buChar char="•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500"/>
              <a:buChar char="•"/>
              <a:defRPr sz="1500"/>
            </a:lvl3pPr>
            <a:lvl4pPr indent="-311150" lvl="3" marL="18288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300"/>
              <a:buChar char="•"/>
              <a:defRPr sz="1300"/>
            </a:lvl4pPr>
            <a:lvl5pPr indent="-311150" lvl="4" marL="22860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300"/>
              <a:buChar char="•"/>
              <a:defRPr sz="1300"/>
            </a:lvl5pPr>
            <a:lvl6pPr indent="-311150" lvl="5" marL="27432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300"/>
              <a:buChar char="•"/>
              <a:defRPr sz="1300"/>
            </a:lvl6pPr>
            <a:lvl7pPr indent="-311150" lvl="6" marL="32004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300"/>
              <a:buChar char="•"/>
              <a:defRPr sz="1300"/>
            </a:lvl7pPr>
            <a:lvl8pPr indent="-311150" lvl="7" marL="36576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300"/>
              <a:buChar char="•"/>
              <a:defRPr sz="1300"/>
            </a:lvl8pPr>
            <a:lvl9pPr indent="-311150" lvl="8" marL="41148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300"/>
              <a:buChar char="•"/>
              <a:defRPr sz="1300"/>
            </a:lvl9pPr>
          </a:lstStyle>
          <a:p/>
        </p:txBody>
      </p:sp>
      <p:sp>
        <p:nvSpPr>
          <p:cNvPr id="84" name="Google Shape;84;p31"/>
          <p:cNvSpPr txBox="1"/>
          <p:nvPr>
            <p:ph idx="12" type="sldNum"/>
          </p:nvPr>
        </p:nvSpPr>
        <p:spPr>
          <a:xfrm>
            <a:off x="9269849" y="6333134"/>
            <a:ext cx="5943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2"/>
          <p:cNvSpPr txBox="1"/>
          <p:nvPr>
            <p:ph type="title"/>
          </p:nvPr>
        </p:nvSpPr>
        <p:spPr>
          <a:xfrm>
            <a:off x="495784" y="274588"/>
            <a:ext cx="891443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37400" lIns="37400" spcFirstLastPara="1" rIns="37400" wrap="square" tIns="374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2"/>
          <p:cNvSpPr txBox="1"/>
          <p:nvPr>
            <p:ph idx="1" type="body"/>
          </p:nvPr>
        </p:nvSpPr>
        <p:spPr>
          <a:xfrm>
            <a:off x="495784" y="1534791"/>
            <a:ext cx="4376198" cy="639589"/>
          </a:xfrm>
          <a:prstGeom prst="rect">
            <a:avLst/>
          </a:prstGeom>
          <a:noFill/>
          <a:ln>
            <a:noFill/>
          </a:ln>
        </p:spPr>
        <p:txBody>
          <a:bodyPr anchorCtr="0" anchor="b" bIns="37400" lIns="37400" spcFirstLastPara="1" rIns="37400" wrap="square" tIns="374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300"/>
              <a:buNone/>
              <a:defRPr b="1" sz="1300"/>
            </a:lvl3pPr>
            <a:lvl4pPr indent="-228600" lvl="3" marL="18288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32"/>
          <p:cNvSpPr txBox="1"/>
          <p:nvPr>
            <p:ph idx="2" type="body"/>
          </p:nvPr>
        </p:nvSpPr>
        <p:spPr>
          <a:xfrm>
            <a:off x="495784" y="2174379"/>
            <a:ext cx="4376198" cy="3951387"/>
          </a:xfrm>
          <a:prstGeom prst="rect">
            <a:avLst/>
          </a:prstGeom>
          <a:noFill/>
          <a:ln>
            <a:noFill/>
          </a:ln>
        </p:spPr>
        <p:txBody>
          <a:bodyPr anchorCtr="0" anchor="t" bIns="37400" lIns="37400" spcFirstLastPara="1" rIns="37400" wrap="square" tIns="374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500"/>
              <a:buChar char="•"/>
              <a:defRPr sz="1500"/>
            </a:lvl2pPr>
            <a:lvl3pPr indent="-311150" lvl="2" marL="13716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300"/>
              <a:buChar char="•"/>
              <a:defRPr sz="1300"/>
            </a:lvl3pPr>
            <a:lvl4pPr indent="-304800" lvl="3" marL="18288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32"/>
          <p:cNvSpPr txBox="1"/>
          <p:nvPr>
            <p:ph idx="3" type="body"/>
          </p:nvPr>
        </p:nvSpPr>
        <p:spPr>
          <a:xfrm>
            <a:off x="5031601" y="1534791"/>
            <a:ext cx="4378616" cy="639589"/>
          </a:xfrm>
          <a:prstGeom prst="rect">
            <a:avLst/>
          </a:prstGeom>
          <a:noFill/>
          <a:ln>
            <a:noFill/>
          </a:ln>
        </p:spPr>
        <p:txBody>
          <a:bodyPr anchorCtr="0" anchor="b" bIns="37400" lIns="37400" spcFirstLastPara="1" rIns="37400" wrap="square" tIns="374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300"/>
              <a:buNone/>
              <a:defRPr b="1" sz="1300"/>
            </a:lvl3pPr>
            <a:lvl4pPr indent="-228600" lvl="3" marL="18288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32"/>
          <p:cNvSpPr txBox="1"/>
          <p:nvPr>
            <p:ph idx="4" type="body"/>
          </p:nvPr>
        </p:nvSpPr>
        <p:spPr>
          <a:xfrm>
            <a:off x="5031601" y="2174379"/>
            <a:ext cx="4378616" cy="3951387"/>
          </a:xfrm>
          <a:prstGeom prst="rect">
            <a:avLst/>
          </a:prstGeom>
          <a:noFill/>
          <a:ln>
            <a:noFill/>
          </a:ln>
        </p:spPr>
        <p:txBody>
          <a:bodyPr anchorCtr="0" anchor="t" bIns="37400" lIns="37400" spcFirstLastPara="1" rIns="37400" wrap="square" tIns="374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500"/>
              <a:buChar char="•"/>
              <a:defRPr sz="1500"/>
            </a:lvl2pPr>
            <a:lvl3pPr indent="-311150" lvl="2" marL="13716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300"/>
              <a:buChar char="•"/>
              <a:defRPr sz="1300"/>
            </a:lvl3pPr>
            <a:lvl4pPr indent="-304800" lvl="3" marL="18288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32"/>
          <p:cNvSpPr txBox="1"/>
          <p:nvPr>
            <p:ph idx="12" type="sldNum"/>
          </p:nvPr>
        </p:nvSpPr>
        <p:spPr>
          <a:xfrm>
            <a:off x="9269849" y="6333134"/>
            <a:ext cx="5943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3"/>
          <p:cNvSpPr txBox="1"/>
          <p:nvPr>
            <p:ph idx="12" type="sldNum"/>
          </p:nvPr>
        </p:nvSpPr>
        <p:spPr>
          <a:xfrm>
            <a:off x="9269849" y="6333134"/>
            <a:ext cx="5943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4"/>
          <p:cNvSpPr txBox="1"/>
          <p:nvPr>
            <p:ph type="title"/>
          </p:nvPr>
        </p:nvSpPr>
        <p:spPr>
          <a:xfrm>
            <a:off x="495784" y="273473"/>
            <a:ext cx="3258871" cy="1161975"/>
          </a:xfrm>
          <a:prstGeom prst="rect">
            <a:avLst/>
          </a:prstGeom>
          <a:noFill/>
          <a:ln>
            <a:noFill/>
          </a:ln>
        </p:spPr>
        <p:txBody>
          <a:bodyPr anchorCtr="0" anchor="b" bIns="37400" lIns="37400" spcFirstLastPara="1" rIns="37400" wrap="square" tIns="374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4"/>
          <p:cNvSpPr txBox="1"/>
          <p:nvPr>
            <p:ph idx="1" type="body"/>
          </p:nvPr>
        </p:nvSpPr>
        <p:spPr>
          <a:xfrm>
            <a:off x="3873159" y="273472"/>
            <a:ext cx="5537057" cy="5852294"/>
          </a:xfrm>
          <a:prstGeom prst="rect">
            <a:avLst/>
          </a:prstGeom>
          <a:noFill/>
          <a:ln>
            <a:noFill/>
          </a:ln>
        </p:spPr>
        <p:txBody>
          <a:bodyPr anchorCtr="0" anchor="t" bIns="37400" lIns="37400" spcFirstLastPara="1" rIns="37400" wrap="square" tIns="374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61950" lvl="1" marL="9144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2100"/>
              <a:buChar char="•"/>
              <a:defRPr sz="2100"/>
            </a:lvl2pPr>
            <a:lvl3pPr indent="-342900" lvl="2" marL="13716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23850" lvl="3" marL="18288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500"/>
              <a:buChar char="•"/>
              <a:defRPr sz="1500"/>
            </a:lvl4pPr>
            <a:lvl5pPr indent="-323850" lvl="4" marL="22860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500"/>
              <a:buChar char="•"/>
              <a:defRPr sz="1500"/>
            </a:lvl5pPr>
            <a:lvl6pPr indent="-323850" lvl="5" marL="27432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500"/>
              <a:buChar char="•"/>
              <a:defRPr sz="1500"/>
            </a:lvl6pPr>
            <a:lvl7pPr indent="-323850" lvl="6" marL="32004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500"/>
              <a:buChar char="•"/>
              <a:defRPr sz="1500"/>
            </a:lvl7pPr>
            <a:lvl8pPr indent="-323850" lvl="7" marL="36576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500"/>
              <a:buChar char="•"/>
              <a:defRPr sz="1500"/>
            </a:lvl8pPr>
            <a:lvl9pPr indent="-323850" lvl="8" marL="41148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500"/>
              <a:buChar char="•"/>
              <a:defRPr sz="1500"/>
            </a:lvl9pPr>
          </a:lstStyle>
          <a:p/>
        </p:txBody>
      </p:sp>
      <p:sp>
        <p:nvSpPr>
          <p:cNvPr id="97" name="Google Shape;97;p34"/>
          <p:cNvSpPr txBox="1"/>
          <p:nvPr>
            <p:ph idx="2" type="body"/>
          </p:nvPr>
        </p:nvSpPr>
        <p:spPr>
          <a:xfrm>
            <a:off x="495784" y="1435448"/>
            <a:ext cx="3258871" cy="4690318"/>
          </a:xfrm>
          <a:prstGeom prst="rect">
            <a:avLst/>
          </a:prstGeom>
          <a:noFill/>
          <a:ln>
            <a:noFill/>
          </a:ln>
        </p:spPr>
        <p:txBody>
          <a:bodyPr anchorCtr="0" anchor="t" bIns="37400" lIns="37400" spcFirstLastPara="1" rIns="37400" wrap="square" tIns="374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000"/>
              <a:buNone/>
              <a:defRPr sz="1000"/>
            </a:lvl1pPr>
            <a:lvl2pPr indent="-228600" lvl="1" marL="9144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700"/>
              <a:buNone/>
              <a:defRPr sz="700"/>
            </a:lvl3pPr>
            <a:lvl4pPr indent="-228600" lvl="3" marL="18288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98" name="Google Shape;98;p34"/>
          <p:cNvSpPr txBox="1"/>
          <p:nvPr>
            <p:ph idx="12" type="sldNum"/>
          </p:nvPr>
        </p:nvSpPr>
        <p:spPr>
          <a:xfrm>
            <a:off x="9269849" y="6333134"/>
            <a:ext cx="5943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5"/>
          <p:cNvSpPr txBox="1"/>
          <p:nvPr>
            <p:ph type="title"/>
          </p:nvPr>
        </p:nvSpPr>
        <p:spPr>
          <a:xfrm>
            <a:off x="1942021" y="4800824"/>
            <a:ext cx="5943359" cy="567035"/>
          </a:xfrm>
          <a:prstGeom prst="rect">
            <a:avLst/>
          </a:prstGeom>
          <a:noFill/>
          <a:ln>
            <a:noFill/>
          </a:ln>
        </p:spPr>
        <p:txBody>
          <a:bodyPr anchorCtr="0" anchor="b" bIns="37400" lIns="37400" spcFirstLastPara="1" rIns="37400" wrap="square" tIns="374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5"/>
          <p:cNvSpPr/>
          <p:nvPr>
            <p:ph idx="2" type="pic"/>
          </p:nvPr>
        </p:nvSpPr>
        <p:spPr>
          <a:xfrm>
            <a:off x="1942021" y="612800"/>
            <a:ext cx="5943359" cy="4114354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35"/>
          <p:cNvSpPr txBox="1"/>
          <p:nvPr>
            <p:ph idx="1" type="body"/>
          </p:nvPr>
        </p:nvSpPr>
        <p:spPr>
          <a:xfrm>
            <a:off x="1942021" y="5367859"/>
            <a:ext cx="5943359" cy="804788"/>
          </a:xfrm>
          <a:prstGeom prst="rect">
            <a:avLst/>
          </a:prstGeom>
          <a:noFill/>
          <a:ln>
            <a:noFill/>
          </a:ln>
        </p:spPr>
        <p:txBody>
          <a:bodyPr anchorCtr="0" anchor="t" bIns="37400" lIns="37400" spcFirstLastPara="1" rIns="37400" wrap="square" tIns="374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000"/>
              <a:buNone/>
              <a:defRPr sz="1000"/>
            </a:lvl1pPr>
            <a:lvl2pPr indent="-228600" lvl="1" marL="9144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700"/>
              <a:buNone/>
              <a:defRPr sz="700"/>
            </a:lvl3pPr>
            <a:lvl4pPr indent="-228600" lvl="3" marL="18288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35"/>
          <p:cNvSpPr txBox="1"/>
          <p:nvPr>
            <p:ph idx="12" type="sldNum"/>
          </p:nvPr>
        </p:nvSpPr>
        <p:spPr>
          <a:xfrm>
            <a:off x="9269849" y="6333134"/>
            <a:ext cx="5943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6"/>
          <p:cNvSpPr txBox="1"/>
          <p:nvPr>
            <p:ph type="title"/>
          </p:nvPr>
        </p:nvSpPr>
        <p:spPr>
          <a:xfrm>
            <a:off x="435323" y="232172"/>
            <a:ext cx="9035355" cy="982266"/>
          </a:xfrm>
          <a:prstGeom prst="rect">
            <a:avLst/>
          </a:prstGeom>
          <a:noFill/>
          <a:ln>
            <a:noFill/>
          </a:ln>
        </p:spPr>
        <p:txBody>
          <a:bodyPr anchorCtr="0" anchor="b" bIns="37400" lIns="37400" spcFirstLastPara="1" rIns="37400" wrap="square" tIns="374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36"/>
          <p:cNvSpPr txBox="1"/>
          <p:nvPr>
            <p:ph idx="1" type="body"/>
          </p:nvPr>
        </p:nvSpPr>
        <p:spPr>
          <a:xfrm rot="5400000">
            <a:off x="2644677" y="-575221"/>
            <a:ext cx="4616648" cy="9035355"/>
          </a:xfrm>
          <a:prstGeom prst="rect">
            <a:avLst/>
          </a:prstGeom>
          <a:noFill/>
          <a:ln>
            <a:noFill/>
          </a:ln>
        </p:spPr>
        <p:txBody>
          <a:bodyPr anchorCtr="0" anchor="t" bIns="37400" lIns="37400" spcFirstLastPara="1" rIns="37400" wrap="square" tIns="374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36"/>
          <p:cNvSpPr txBox="1"/>
          <p:nvPr>
            <p:ph idx="12" type="sldNum"/>
          </p:nvPr>
        </p:nvSpPr>
        <p:spPr>
          <a:xfrm>
            <a:off x="9269849" y="6333134"/>
            <a:ext cx="5943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7"/>
          <p:cNvSpPr txBox="1"/>
          <p:nvPr>
            <p:ph type="title"/>
          </p:nvPr>
        </p:nvSpPr>
        <p:spPr>
          <a:xfrm rot="5400000">
            <a:off x="5331954" y="2112057"/>
            <a:ext cx="6018609" cy="2258839"/>
          </a:xfrm>
          <a:prstGeom prst="rect">
            <a:avLst/>
          </a:prstGeom>
          <a:noFill/>
          <a:ln>
            <a:noFill/>
          </a:ln>
        </p:spPr>
        <p:txBody>
          <a:bodyPr anchorCtr="0" anchor="b" bIns="37400" lIns="37400" spcFirstLastPara="1" rIns="37400" wrap="square" tIns="374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7"/>
          <p:cNvSpPr txBox="1"/>
          <p:nvPr>
            <p:ph idx="1" type="body"/>
          </p:nvPr>
        </p:nvSpPr>
        <p:spPr>
          <a:xfrm rot="5400000">
            <a:off x="756233" y="-88739"/>
            <a:ext cx="6018609" cy="6660431"/>
          </a:xfrm>
          <a:prstGeom prst="rect">
            <a:avLst/>
          </a:prstGeom>
          <a:noFill/>
          <a:ln>
            <a:noFill/>
          </a:ln>
        </p:spPr>
        <p:txBody>
          <a:bodyPr anchorCtr="0" anchor="t" bIns="37400" lIns="37400" spcFirstLastPara="1" rIns="37400" wrap="square" tIns="374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37"/>
          <p:cNvSpPr txBox="1"/>
          <p:nvPr>
            <p:ph idx="12" type="sldNum"/>
          </p:nvPr>
        </p:nvSpPr>
        <p:spPr>
          <a:xfrm>
            <a:off x="9269849" y="6333134"/>
            <a:ext cx="5943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Top" type="tx">
  <p:cSld name="TITLE_AND_BOD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8"/>
          <p:cNvSpPr txBox="1"/>
          <p:nvPr>
            <p:ph type="title"/>
          </p:nvPr>
        </p:nvSpPr>
        <p:spPr>
          <a:xfrm>
            <a:off x="435322" y="232172"/>
            <a:ext cx="9035400" cy="982200"/>
          </a:xfrm>
          <a:prstGeom prst="rect">
            <a:avLst/>
          </a:prstGeom>
          <a:noFill/>
          <a:ln>
            <a:noFill/>
          </a:ln>
        </p:spPr>
        <p:txBody>
          <a:bodyPr anchorCtr="0" anchor="b" bIns="37700" lIns="37700" spcFirstLastPara="1" rIns="37700" wrap="square" tIns="37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/>
            </a:lvl9pPr>
          </a:lstStyle>
          <a:p/>
        </p:txBody>
      </p:sp>
      <p:sp>
        <p:nvSpPr>
          <p:cNvPr id="114" name="Google Shape;114;p38"/>
          <p:cNvSpPr txBox="1"/>
          <p:nvPr>
            <p:ph idx="12" type="sldNum"/>
          </p:nvPr>
        </p:nvSpPr>
        <p:spPr>
          <a:xfrm>
            <a:off x="9344917" y="6465094"/>
            <a:ext cx="2376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700" lIns="37700" spcFirstLastPara="1" rIns="37700" wrap="square" tIns="37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"/>
              <a:buNone/>
              <a:defRPr b="0" i="0" sz="10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"/>
              <a:buNone/>
              <a:defRPr b="0" i="0" sz="10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"/>
              <a:buNone/>
              <a:defRPr b="0" i="0" sz="10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"/>
              <a:buNone/>
              <a:defRPr b="0" i="0" sz="10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"/>
              <a:buNone/>
              <a:defRPr b="0" i="0" sz="10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"/>
              <a:buNone/>
              <a:defRPr b="0" i="0" sz="10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"/>
              <a:buNone/>
              <a:defRPr b="0" i="0" sz="10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"/>
              <a:buNone/>
              <a:defRPr b="0" i="0" sz="10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"/>
              <a:buNone/>
              <a:defRPr b="0" i="0" sz="10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1073795" y="5473899"/>
            <a:ext cx="4411266" cy="1196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400" lIns="37400" spcFirstLastPara="1" rIns="37400" wrap="square" tIns="374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cxnSp>
        <p:nvCxnSpPr>
          <p:cNvPr id="7" name="Google Shape;7;p13"/>
          <p:cNvCxnSpPr/>
          <p:nvPr/>
        </p:nvCxnSpPr>
        <p:spPr>
          <a:xfrm>
            <a:off x="5746254" y="5607844"/>
            <a:ext cx="0" cy="1000125"/>
          </a:xfrm>
          <a:prstGeom prst="straightConnector1">
            <a:avLst/>
          </a:prstGeom>
          <a:noFill/>
          <a:ln cap="flat" cmpd="sng" w="12700">
            <a:solidFill>
              <a:srgbClr val="88888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" name="Google Shape;8;p13"/>
          <p:cNvSpPr txBox="1"/>
          <p:nvPr>
            <p:ph idx="1" type="body"/>
          </p:nvPr>
        </p:nvSpPr>
        <p:spPr>
          <a:xfrm>
            <a:off x="5978426" y="5956101"/>
            <a:ext cx="3772793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37400" lIns="37400" spcFirstLastPara="1" rIns="37400" wrap="square" tIns="374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9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9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9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9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9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9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9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9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9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2" type="sldNum"/>
          </p:nvPr>
        </p:nvSpPr>
        <p:spPr>
          <a:xfrm>
            <a:off x="9269849" y="6333134"/>
            <a:ext cx="5943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435323" y="232172"/>
            <a:ext cx="9035355" cy="982266"/>
          </a:xfrm>
          <a:prstGeom prst="rect">
            <a:avLst/>
          </a:prstGeom>
          <a:noFill/>
          <a:ln>
            <a:noFill/>
          </a:ln>
        </p:spPr>
        <p:txBody>
          <a:bodyPr anchorCtr="0" anchor="b" bIns="37400" lIns="37400" spcFirstLastPara="1" rIns="37400" wrap="square" tIns="374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cxnSp>
        <p:nvCxnSpPr>
          <p:cNvPr id="63" name="Google Shape;63;p15"/>
          <p:cNvCxnSpPr/>
          <p:nvPr/>
        </p:nvCxnSpPr>
        <p:spPr>
          <a:xfrm>
            <a:off x="493365" y="1384102"/>
            <a:ext cx="8919270" cy="0"/>
          </a:xfrm>
          <a:prstGeom prst="straightConnector1">
            <a:avLst/>
          </a:prstGeom>
          <a:noFill/>
          <a:ln cap="flat" cmpd="sng" w="12700">
            <a:solidFill>
              <a:srgbClr val="88888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435323" y="1634133"/>
            <a:ext cx="9035355" cy="4616648"/>
          </a:xfrm>
          <a:prstGeom prst="rect">
            <a:avLst/>
          </a:prstGeom>
          <a:noFill/>
          <a:ln>
            <a:noFill/>
          </a:ln>
        </p:spPr>
        <p:txBody>
          <a:bodyPr anchorCtr="0" anchor="t" bIns="37400" lIns="37400" spcFirstLastPara="1" rIns="37400" wrap="square" tIns="37400">
            <a:noAutofit/>
          </a:bodyPr>
          <a:lstStyle>
            <a:lvl1pPr indent="-349250" lvl="0" marL="457200" marR="0" rtl="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Clr>
                <a:srgbClr val="606060"/>
              </a:buClr>
              <a:buSzPts val="1900"/>
              <a:buFont typeface="Helvetica Neue"/>
              <a:buChar char="•"/>
              <a:defRPr b="0" i="0" sz="19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9250" lvl="1" marL="914400" marR="0" rtl="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Clr>
                <a:srgbClr val="606060"/>
              </a:buClr>
              <a:buSzPts val="1900"/>
              <a:buFont typeface="Helvetica Neue"/>
              <a:buChar char="•"/>
              <a:defRPr b="0" i="0" sz="19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9250" lvl="2" marL="1371600" marR="0" rtl="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Clr>
                <a:srgbClr val="606060"/>
              </a:buClr>
              <a:buSzPts val="1900"/>
              <a:buFont typeface="Helvetica Neue"/>
              <a:buChar char="•"/>
              <a:defRPr b="0" i="0" sz="19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9250" lvl="3" marL="1828800" marR="0" rtl="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Clr>
                <a:srgbClr val="606060"/>
              </a:buClr>
              <a:buSzPts val="1900"/>
              <a:buFont typeface="Helvetica Neue"/>
              <a:buChar char="•"/>
              <a:defRPr b="0" i="0" sz="19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9250" lvl="4" marL="2286000" marR="0" rtl="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Clr>
                <a:srgbClr val="606060"/>
              </a:buClr>
              <a:buSzPts val="1900"/>
              <a:buFont typeface="Helvetica Neue"/>
              <a:buChar char="•"/>
              <a:defRPr b="0" i="0" sz="19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9250" lvl="5" marL="2743200" marR="0" rtl="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Clr>
                <a:srgbClr val="606060"/>
              </a:buClr>
              <a:buSzPts val="1900"/>
              <a:buFont typeface="Helvetica Neue"/>
              <a:buChar char="•"/>
              <a:defRPr b="0" i="0" sz="19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9250" lvl="6" marL="3200400" marR="0" rtl="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Clr>
                <a:srgbClr val="606060"/>
              </a:buClr>
              <a:buSzPts val="1900"/>
              <a:buFont typeface="Helvetica Neue"/>
              <a:buChar char="•"/>
              <a:defRPr b="0" i="0" sz="19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9250" lvl="7" marL="3657600" marR="0" rtl="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Clr>
                <a:srgbClr val="606060"/>
              </a:buClr>
              <a:buSzPts val="1900"/>
              <a:buFont typeface="Helvetica Neue"/>
              <a:buChar char="•"/>
              <a:defRPr b="0" i="0" sz="19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9250" lvl="8" marL="4114800" marR="0" rtl="0" algn="l">
              <a:lnSpc>
                <a:spcPct val="100000"/>
              </a:lnSpc>
              <a:spcBef>
                <a:spcPts val="3536"/>
              </a:spcBef>
              <a:spcAft>
                <a:spcPts val="0"/>
              </a:spcAft>
              <a:buClr>
                <a:srgbClr val="606060"/>
              </a:buClr>
              <a:buSzPts val="1900"/>
              <a:buFont typeface="Helvetica Neue"/>
              <a:buChar char="•"/>
              <a:defRPr b="0" i="0" sz="19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9269849" y="6333134"/>
            <a:ext cx="5943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606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"/>
          <p:cNvSpPr txBox="1"/>
          <p:nvPr>
            <p:ph idx="1" type="body"/>
          </p:nvPr>
        </p:nvSpPr>
        <p:spPr>
          <a:xfrm>
            <a:off x="5978425" y="5600874"/>
            <a:ext cx="3772800" cy="10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7400" lIns="37400" spcFirstLastPara="1" rIns="37400" wrap="square" tIns="374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accent6"/>
                </a:solidFill>
              </a:rPr>
              <a:t>&lt;student1 name&gt; (&lt;number&gt;), &lt;student2 name&gt; (&lt;number&gt;)</a:t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0" name="Google Shape;120;p1"/>
          <p:cNvSpPr txBox="1"/>
          <p:nvPr>
            <p:ph type="title"/>
          </p:nvPr>
        </p:nvSpPr>
        <p:spPr>
          <a:xfrm>
            <a:off x="406923" y="5473900"/>
            <a:ext cx="5078100" cy="11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400" lIns="37400" spcFirstLastPara="1" rIns="37400" wrap="square" tIns="374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000">
                <a:solidFill>
                  <a:schemeClr val="accent6"/>
                </a:solidFill>
              </a:rPr>
              <a:t>&lt;TITLE&gt;</a:t>
            </a:r>
            <a:endParaRPr sz="3000">
              <a:solidFill>
                <a:schemeClr val="accent6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000"/>
              <a:t>D4F Assignment</a:t>
            </a:r>
            <a:endParaRPr sz="3000"/>
          </a:p>
        </p:txBody>
      </p:sp>
      <p:sp>
        <p:nvSpPr>
          <p:cNvPr id="121" name="Google Shape;121;p1"/>
          <p:cNvSpPr txBox="1"/>
          <p:nvPr>
            <p:ph idx="12" type="sldNum"/>
          </p:nvPr>
        </p:nvSpPr>
        <p:spPr>
          <a:xfrm>
            <a:off x="9269849" y="6333134"/>
            <a:ext cx="5943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"/>
          <p:cNvSpPr txBox="1"/>
          <p:nvPr>
            <p:ph type="title"/>
          </p:nvPr>
        </p:nvSpPr>
        <p:spPr>
          <a:xfrm>
            <a:off x="435323" y="232172"/>
            <a:ext cx="9035400" cy="982200"/>
          </a:xfrm>
          <a:prstGeom prst="rect">
            <a:avLst/>
          </a:prstGeom>
          <a:noFill/>
          <a:ln>
            <a:noFill/>
          </a:ln>
        </p:spPr>
        <p:txBody>
          <a:bodyPr anchorCtr="0" anchor="b" bIns="37400" lIns="37400" spcFirstLastPara="1" rIns="37400" wrap="square" tIns="374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Use case: </a:t>
            </a:r>
            <a:r>
              <a:rPr lang="en-US">
                <a:solidFill>
                  <a:schemeClr val="accent6"/>
                </a:solidFill>
              </a:rPr>
              <a:t>&lt;title&gt;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27" name="Google Shape;127;p2"/>
          <p:cNvSpPr txBox="1"/>
          <p:nvPr>
            <p:ph idx="12" type="sldNum"/>
          </p:nvPr>
        </p:nvSpPr>
        <p:spPr>
          <a:xfrm>
            <a:off x="9269849" y="6333134"/>
            <a:ext cx="5943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8" name="Google Shape;128;p2"/>
          <p:cNvSpPr txBox="1"/>
          <p:nvPr>
            <p:ph idx="4294967295" type="body"/>
          </p:nvPr>
        </p:nvSpPr>
        <p:spPr>
          <a:xfrm>
            <a:off x="435323" y="1643063"/>
            <a:ext cx="9035400" cy="46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7400" lIns="37400" spcFirstLastPara="1" rIns="37400" wrap="square" tIns="374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accent6"/>
                </a:solidFill>
              </a:rPr>
              <a:t>&lt; use case goes here&gt;</a:t>
            </a:r>
            <a:endParaRPr>
              <a:solidFill>
                <a:schemeClr val="accent6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/>
          <p:cNvSpPr txBox="1"/>
          <p:nvPr>
            <p:ph type="title"/>
          </p:nvPr>
        </p:nvSpPr>
        <p:spPr>
          <a:xfrm>
            <a:off x="435323" y="232172"/>
            <a:ext cx="9035400" cy="982200"/>
          </a:xfrm>
          <a:prstGeom prst="rect">
            <a:avLst/>
          </a:prstGeom>
          <a:noFill/>
          <a:ln>
            <a:noFill/>
          </a:ln>
        </p:spPr>
        <p:txBody>
          <a:bodyPr anchorCtr="0" anchor="b" bIns="37400" lIns="37400" spcFirstLastPara="1" rIns="37400" wrap="square" tIns="374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Definition of Fairness: Decision Map</a:t>
            </a:r>
            <a:endParaRPr/>
          </a:p>
        </p:txBody>
      </p:sp>
      <p:sp>
        <p:nvSpPr>
          <p:cNvPr id="134" name="Google Shape;134;p4"/>
          <p:cNvSpPr txBox="1"/>
          <p:nvPr>
            <p:ph idx="12" type="sldNum"/>
          </p:nvPr>
        </p:nvSpPr>
        <p:spPr>
          <a:xfrm>
            <a:off x="9269849" y="6333134"/>
            <a:ext cx="5943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4"/>
          <p:cNvSpPr txBox="1"/>
          <p:nvPr>
            <p:ph idx="4294967295" type="body"/>
          </p:nvPr>
        </p:nvSpPr>
        <p:spPr>
          <a:xfrm>
            <a:off x="435323" y="1643063"/>
            <a:ext cx="9035400" cy="46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7400" lIns="37400" spcFirstLastPara="1" rIns="37400" wrap="square" tIns="374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US">
                <a:solidFill>
                  <a:schemeClr val="accent6"/>
                </a:solidFill>
              </a:rPr>
              <a:t>&lt; add the DM diagram &gt;</a:t>
            </a:r>
            <a:endParaRPr>
              <a:solidFill>
                <a:schemeClr val="accent6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US">
                <a:solidFill>
                  <a:schemeClr val="accent6"/>
                </a:solidFill>
              </a:rPr>
              <a:t>&lt; add link to the source file &gt;</a:t>
            </a:r>
            <a:endParaRPr>
              <a:solidFill>
                <a:schemeClr val="accent6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 txBox="1"/>
          <p:nvPr>
            <p:ph type="title"/>
          </p:nvPr>
        </p:nvSpPr>
        <p:spPr>
          <a:xfrm>
            <a:off x="435323" y="232172"/>
            <a:ext cx="9035400" cy="982200"/>
          </a:xfrm>
          <a:prstGeom prst="rect">
            <a:avLst/>
          </a:prstGeom>
          <a:noFill/>
          <a:ln>
            <a:noFill/>
          </a:ln>
        </p:spPr>
        <p:txBody>
          <a:bodyPr anchorCtr="0" anchor="b" bIns="37400" lIns="37400" spcFirstLastPara="1" rIns="37400" wrap="square" tIns="374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Definition of Fairness: Decision Map (cont.)</a:t>
            </a:r>
            <a:endParaRPr/>
          </a:p>
        </p:txBody>
      </p:sp>
      <p:sp>
        <p:nvSpPr>
          <p:cNvPr id="141" name="Google Shape;141;p5"/>
          <p:cNvSpPr txBox="1"/>
          <p:nvPr>
            <p:ph idx="12" type="sldNum"/>
          </p:nvPr>
        </p:nvSpPr>
        <p:spPr>
          <a:xfrm>
            <a:off x="9269849" y="6333134"/>
            <a:ext cx="5943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" name="Google Shape;142;p5"/>
          <p:cNvSpPr txBox="1"/>
          <p:nvPr>
            <p:ph idx="1" type="body"/>
          </p:nvPr>
        </p:nvSpPr>
        <p:spPr>
          <a:xfrm>
            <a:off x="435323" y="1643063"/>
            <a:ext cx="9035400" cy="46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7400" lIns="37400" spcFirstLastPara="1" rIns="37400" wrap="square" tIns="374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accent6"/>
                </a:solidFill>
              </a:rPr>
              <a:t>&lt; add short explanation of the main elements that should be considered &gt;</a:t>
            </a:r>
            <a:endParaRPr>
              <a:solidFill>
                <a:schemeClr val="accent6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 txBox="1"/>
          <p:nvPr>
            <p:ph type="title"/>
          </p:nvPr>
        </p:nvSpPr>
        <p:spPr>
          <a:xfrm>
            <a:off x="435323" y="232172"/>
            <a:ext cx="9035400" cy="982200"/>
          </a:xfrm>
          <a:prstGeom prst="rect">
            <a:avLst/>
          </a:prstGeom>
          <a:noFill/>
          <a:ln>
            <a:noFill/>
          </a:ln>
        </p:spPr>
        <p:txBody>
          <a:bodyPr anchorCtr="0" anchor="b" bIns="37400" lIns="37400" spcFirstLastPara="1" rIns="37400" wrap="square" tIns="374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Definition of Fairness: SQ model</a:t>
            </a:r>
            <a:endParaRPr/>
          </a:p>
        </p:txBody>
      </p:sp>
      <p:sp>
        <p:nvSpPr>
          <p:cNvPr id="148" name="Google Shape;148;p6"/>
          <p:cNvSpPr txBox="1"/>
          <p:nvPr>
            <p:ph idx="12" type="sldNum"/>
          </p:nvPr>
        </p:nvSpPr>
        <p:spPr>
          <a:xfrm>
            <a:off x="9269849" y="6333134"/>
            <a:ext cx="5943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9" name="Google Shape;149;p6"/>
          <p:cNvSpPr txBox="1"/>
          <p:nvPr>
            <p:ph idx="4294967295" type="body"/>
          </p:nvPr>
        </p:nvSpPr>
        <p:spPr>
          <a:xfrm>
            <a:off x="435323" y="1643063"/>
            <a:ext cx="9035400" cy="46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7400" lIns="37400" spcFirstLastPara="1" rIns="37400" wrap="square" tIns="374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US">
                <a:solidFill>
                  <a:schemeClr val="accent6"/>
                </a:solidFill>
              </a:rPr>
              <a:t>&lt; add the SQ model diagram &gt;</a:t>
            </a:r>
            <a:endParaRPr>
              <a:solidFill>
                <a:schemeClr val="accent6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US">
                <a:solidFill>
                  <a:schemeClr val="accent6"/>
                </a:solidFill>
              </a:rPr>
              <a:t>&lt; add link to the source file &gt;</a:t>
            </a:r>
            <a:endParaRPr>
              <a:solidFill>
                <a:schemeClr val="accent6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"/>
          <p:cNvSpPr txBox="1"/>
          <p:nvPr>
            <p:ph type="title"/>
          </p:nvPr>
        </p:nvSpPr>
        <p:spPr>
          <a:xfrm>
            <a:off x="435323" y="232172"/>
            <a:ext cx="9035400" cy="982200"/>
          </a:xfrm>
          <a:prstGeom prst="rect">
            <a:avLst/>
          </a:prstGeom>
          <a:noFill/>
          <a:ln>
            <a:noFill/>
          </a:ln>
        </p:spPr>
        <p:txBody>
          <a:bodyPr anchorCtr="0" anchor="b" bIns="37400" lIns="37400" spcFirstLastPara="1" rIns="37400" wrap="square" tIns="374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Definition of Fairness: SQ model (cont.)</a:t>
            </a:r>
            <a:endParaRPr/>
          </a:p>
        </p:txBody>
      </p:sp>
      <p:sp>
        <p:nvSpPr>
          <p:cNvPr id="155" name="Google Shape;155;p7"/>
          <p:cNvSpPr txBox="1"/>
          <p:nvPr>
            <p:ph idx="12" type="sldNum"/>
          </p:nvPr>
        </p:nvSpPr>
        <p:spPr>
          <a:xfrm>
            <a:off x="9269849" y="6333134"/>
            <a:ext cx="5943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6" name="Google Shape;156;p7"/>
          <p:cNvSpPr txBox="1"/>
          <p:nvPr>
            <p:ph idx="4294967295" type="body"/>
          </p:nvPr>
        </p:nvSpPr>
        <p:spPr>
          <a:xfrm>
            <a:off x="435323" y="1643063"/>
            <a:ext cx="9035400" cy="46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7400" lIns="37400" spcFirstLastPara="1" rIns="37400" wrap="square" tIns="374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US">
                <a:solidFill>
                  <a:schemeClr val="accent6"/>
                </a:solidFill>
              </a:rPr>
              <a:t>&lt; add short explanation to complement the SQ model for understanding any further information &gt;</a:t>
            </a:r>
            <a:endParaRPr>
              <a:solidFill>
                <a:schemeClr val="accent6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"/>
          <p:cNvSpPr txBox="1"/>
          <p:nvPr>
            <p:ph type="title"/>
          </p:nvPr>
        </p:nvSpPr>
        <p:spPr>
          <a:xfrm>
            <a:off x="435323" y="232172"/>
            <a:ext cx="9035400" cy="982200"/>
          </a:xfrm>
          <a:prstGeom prst="rect">
            <a:avLst/>
          </a:prstGeom>
          <a:noFill/>
          <a:ln>
            <a:noFill/>
          </a:ln>
        </p:spPr>
        <p:txBody>
          <a:bodyPr anchorCtr="0" anchor="b" bIns="37400" lIns="37400" spcFirstLastPara="1" rIns="37400" wrap="square" tIns="374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Fairness perspective</a:t>
            </a:r>
            <a:endParaRPr/>
          </a:p>
        </p:txBody>
      </p:sp>
      <p:sp>
        <p:nvSpPr>
          <p:cNvPr id="162" name="Google Shape;162;p8"/>
          <p:cNvSpPr txBox="1"/>
          <p:nvPr>
            <p:ph idx="12" type="sldNum"/>
          </p:nvPr>
        </p:nvSpPr>
        <p:spPr>
          <a:xfrm>
            <a:off x="9269849" y="6333134"/>
            <a:ext cx="5943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" name="Google Shape;163;p8"/>
          <p:cNvSpPr txBox="1"/>
          <p:nvPr>
            <p:ph idx="4294967295" type="body"/>
          </p:nvPr>
        </p:nvSpPr>
        <p:spPr>
          <a:xfrm>
            <a:off x="435323" y="1643063"/>
            <a:ext cx="9035400" cy="46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7400" lIns="37400" spcFirstLastPara="1" rIns="37400" wrap="square" tIns="374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US">
                <a:solidFill>
                  <a:schemeClr val="accent6"/>
                </a:solidFill>
              </a:rPr>
              <a:t>&lt; Use the template provided in Reference Material&gt;</a:t>
            </a:r>
            <a:endParaRPr>
              <a:solidFill>
                <a:schemeClr val="accent6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2a56f703e0_0_0"/>
          <p:cNvSpPr txBox="1"/>
          <p:nvPr>
            <p:ph type="title"/>
          </p:nvPr>
        </p:nvSpPr>
        <p:spPr>
          <a:xfrm>
            <a:off x="435323" y="232172"/>
            <a:ext cx="9035400" cy="982200"/>
          </a:xfrm>
          <a:prstGeom prst="rect">
            <a:avLst/>
          </a:prstGeom>
          <a:noFill/>
          <a:ln>
            <a:noFill/>
          </a:ln>
        </p:spPr>
        <p:txBody>
          <a:bodyPr anchorCtr="0" anchor="b" bIns="37400" lIns="37400" spcFirstLastPara="1" rIns="37400" wrap="square" tIns="374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Definition </a:t>
            </a:r>
            <a:r>
              <a:rPr lang="en-US"/>
              <a:t>of KPI*</a:t>
            </a:r>
            <a:br>
              <a:rPr lang="en-US"/>
            </a:br>
            <a:r>
              <a:rPr lang="en-US" sz="1800"/>
              <a:t>Student: </a:t>
            </a:r>
            <a:r>
              <a:rPr lang="en-US" sz="1800">
                <a:solidFill>
                  <a:schemeClr val="accent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&lt;student name&gt;</a:t>
            </a:r>
            <a:endParaRPr sz="1800"/>
          </a:p>
        </p:txBody>
      </p:sp>
      <p:sp>
        <p:nvSpPr>
          <p:cNvPr id="169" name="Google Shape;169;g32a56f703e0_0_0"/>
          <p:cNvSpPr txBox="1"/>
          <p:nvPr>
            <p:ph idx="12" type="sldNum"/>
          </p:nvPr>
        </p:nvSpPr>
        <p:spPr>
          <a:xfrm>
            <a:off x="9269849" y="6333134"/>
            <a:ext cx="5943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70" name="Google Shape;170;g32a56f703e0_0_0"/>
          <p:cNvGraphicFramePr/>
          <p:nvPr/>
        </p:nvGraphicFramePr>
        <p:xfrm>
          <a:off x="385038" y="17571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{36832DC9-CE18-4CA3-B5C1-5AC84BBCB9C9}</a:tableStyleId>
              </a:tblPr>
              <a:tblGrid>
                <a:gridCol w="1232300"/>
                <a:gridCol w="1360725"/>
                <a:gridCol w="1357900"/>
                <a:gridCol w="1286600"/>
                <a:gridCol w="2018625"/>
                <a:gridCol w="1779250"/>
              </a:tblGrid>
              <a:tr h="308800">
                <a:tc gridSpan="6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KPI Name</a:t>
                      </a:r>
                      <a:endParaRPr b="1" sz="1200" u="none" cap="none" strike="noStrike"/>
                    </a:p>
                  </a:txBody>
                  <a:tcPr marT="68575" marB="6857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</a:tr>
              <a:tr h="504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Goal</a:t>
                      </a:r>
                      <a:endParaRPr b="1" sz="1200" u="none" cap="none" strike="noStrike"/>
                    </a:p>
                  </a:txBody>
                  <a:tcPr marT="68575" marB="6857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85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Critical Success Factor (CSF)</a:t>
                      </a:r>
                      <a:endParaRPr b="1" sz="1200" u="none" cap="none" strike="noStrike"/>
                    </a:p>
                  </a:txBody>
                  <a:tcPr marT="68575" marB="6857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Key Performance Indicator (KPI)</a:t>
                      </a:r>
                      <a:endParaRPr b="1" sz="1200" u="none" cap="none" strike="noStrike"/>
                    </a:p>
                  </a:txBody>
                  <a:tcPr marT="68575" marB="6857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AE0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Metric(s)</a:t>
                      </a:r>
                      <a:endParaRPr b="1" sz="1200" u="none" cap="none" strike="noStrike"/>
                    </a:p>
                  </a:txBody>
                  <a:tcPr marT="68575" marB="6857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Measure(s)</a:t>
                      </a:r>
                      <a:endParaRPr b="1" sz="1200" u="none" cap="none" strike="noStrike"/>
                    </a:p>
                  </a:txBody>
                  <a:tcPr marT="68575" marB="6857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1551400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i="1" sz="1000" u="none" cap="none" strike="noStrike"/>
                    </a:p>
                  </a:txBody>
                  <a:tcPr marT="68575" marB="6857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85C6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i="1" sz="1000" u="none" cap="none" strike="noStrike"/>
                    </a:p>
                  </a:txBody>
                  <a:tcPr marT="68575" marB="6857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i="1" sz="900" u="none" cap="none" strike="noStrike"/>
                    </a:p>
                  </a:txBody>
                  <a:tcPr marT="68575" marB="6857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AE0"/>
                    </a:solidFill>
                  </a:tcPr>
                </a:tc>
                <a:tc hMerge="1"/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i="1" sz="900" u="none" cap="none" strike="noStrike"/>
                    </a:p>
                  </a:txBody>
                  <a:tcPr marT="68575" marB="6857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i="1" sz="900" u="none" cap="none" strike="noStrike"/>
                    </a:p>
                  </a:txBody>
                  <a:tcPr marT="68575" marB="6857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366750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Target</a:t>
                      </a:r>
                      <a:endParaRPr b="1" i="1" sz="1100" u="none" cap="none" strike="noStrike"/>
                    </a:p>
                  </a:txBody>
                  <a:tcPr marT="68575" marB="6857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5B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Action(s)</a:t>
                      </a:r>
                      <a:endParaRPr b="1" i="1" sz="1100" u="none" cap="none" strike="noStrike"/>
                    </a:p>
                  </a:txBody>
                  <a:tcPr marT="68575" marB="6857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5B3DD"/>
                    </a:solidFill>
                  </a:tcPr>
                </a:tc>
                <a:tc vMerge="1"/>
                <a:tc vMerge="1"/>
              </a:tr>
              <a:tr h="1273400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68575" marB="6857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5B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68575" marB="6857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5B3DD"/>
                    </a:solidFill>
                  </a:tcPr>
                </a:tc>
                <a:tc vMerge="1"/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2a56f703e0_0_6"/>
          <p:cNvSpPr txBox="1"/>
          <p:nvPr>
            <p:ph type="title"/>
          </p:nvPr>
        </p:nvSpPr>
        <p:spPr>
          <a:xfrm>
            <a:off x="435323" y="232172"/>
            <a:ext cx="9035400" cy="982200"/>
          </a:xfrm>
          <a:prstGeom prst="rect">
            <a:avLst/>
          </a:prstGeom>
          <a:noFill/>
          <a:ln>
            <a:noFill/>
          </a:ln>
        </p:spPr>
        <p:txBody>
          <a:bodyPr anchorCtr="0" anchor="b" bIns="37400" lIns="37400" spcFirstLastPara="1" rIns="37400" wrap="square" tIns="374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Architectural Tactic(s) for Fairness*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/>
              <a:t>Student: </a:t>
            </a:r>
            <a:r>
              <a:rPr lang="en-US" sz="1800">
                <a:solidFill>
                  <a:schemeClr val="accent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&lt;student name&gt;</a:t>
            </a:r>
            <a:endParaRPr sz="1800"/>
          </a:p>
        </p:txBody>
      </p:sp>
      <p:sp>
        <p:nvSpPr>
          <p:cNvPr id="176" name="Google Shape;176;g32a56f703e0_0_6"/>
          <p:cNvSpPr txBox="1"/>
          <p:nvPr>
            <p:ph idx="12" type="sldNum"/>
          </p:nvPr>
        </p:nvSpPr>
        <p:spPr>
          <a:xfrm>
            <a:off x="9269849" y="6333134"/>
            <a:ext cx="5943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7" name="Google Shape;177;g32a56f703e0_0_6"/>
          <p:cNvSpPr txBox="1"/>
          <p:nvPr>
            <p:ph idx="4294967295" type="body"/>
          </p:nvPr>
        </p:nvSpPr>
        <p:spPr>
          <a:xfrm>
            <a:off x="435325" y="1643074"/>
            <a:ext cx="9035400" cy="50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400" lIns="37400" spcFirstLastPara="1" rIns="37400" wrap="square" tIns="37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lang="en-US">
                <a:solidFill>
                  <a:schemeClr val="accent6"/>
                </a:solidFill>
              </a:rPr>
              <a:t>&lt; Use the template provided in Reference Material&gt;</a:t>
            </a:r>
            <a:endParaRPr>
              <a:solidFill>
                <a:schemeClr val="accent6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accent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 sz="1300">
              <a:solidFill>
                <a:schemeClr val="accent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/>
          <p:cNvSpPr txBox="1"/>
          <p:nvPr>
            <p:ph type="title"/>
          </p:nvPr>
        </p:nvSpPr>
        <p:spPr>
          <a:xfrm>
            <a:off x="435323" y="232172"/>
            <a:ext cx="9035400" cy="982200"/>
          </a:xfrm>
          <a:prstGeom prst="rect">
            <a:avLst/>
          </a:prstGeom>
          <a:noFill/>
          <a:ln>
            <a:noFill/>
          </a:ln>
        </p:spPr>
        <p:txBody>
          <a:bodyPr anchorCtr="0" anchor="b" bIns="37400" lIns="37400" spcFirstLastPara="1" rIns="37400" wrap="square" tIns="374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Fairness view: </a:t>
            </a:r>
            <a:r>
              <a:rPr lang="en-US">
                <a:solidFill>
                  <a:schemeClr val="accent6"/>
                </a:solidFill>
              </a:rPr>
              <a:t>&lt;title&gt;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83" name="Google Shape;183;p9"/>
          <p:cNvSpPr txBox="1"/>
          <p:nvPr>
            <p:ph idx="12" type="sldNum"/>
          </p:nvPr>
        </p:nvSpPr>
        <p:spPr>
          <a:xfrm>
            <a:off x="9269849" y="6333134"/>
            <a:ext cx="5943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4" name="Google Shape;184;p9"/>
          <p:cNvSpPr txBox="1"/>
          <p:nvPr>
            <p:ph idx="4294967295" type="body"/>
          </p:nvPr>
        </p:nvSpPr>
        <p:spPr>
          <a:xfrm>
            <a:off x="435323" y="1643063"/>
            <a:ext cx="9035400" cy="46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7400" lIns="37400" spcFirstLastPara="1" rIns="37400" wrap="square" tIns="374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US">
                <a:solidFill>
                  <a:schemeClr val="accent6"/>
                </a:solidFill>
              </a:rPr>
              <a:t>&lt; add the view addressing use case  &gt;</a:t>
            </a:r>
            <a:endParaRPr>
              <a:solidFill>
                <a:schemeClr val="accent6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"/>
          <p:cNvSpPr txBox="1"/>
          <p:nvPr>
            <p:ph type="title"/>
          </p:nvPr>
        </p:nvSpPr>
        <p:spPr>
          <a:xfrm>
            <a:off x="435323" y="232172"/>
            <a:ext cx="9035400" cy="982200"/>
          </a:xfrm>
          <a:prstGeom prst="rect">
            <a:avLst/>
          </a:prstGeom>
          <a:noFill/>
          <a:ln>
            <a:noFill/>
          </a:ln>
        </p:spPr>
        <p:txBody>
          <a:bodyPr anchorCtr="0" anchor="b" bIns="37400" lIns="37400" spcFirstLastPara="1" rIns="37400" wrap="square" tIns="374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Fairness view (cont.)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90" name="Google Shape;190;p10"/>
          <p:cNvSpPr txBox="1"/>
          <p:nvPr>
            <p:ph idx="12" type="sldNum"/>
          </p:nvPr>
        </p:nvSpPr>
        <p:spPr>
          <a:xfrm>
            <a:off x="9269849" y="6333134"/>
            <a:ext cx="5943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1" name="Google Shape;191;p10"/>
          <p:cNvSpPr txBox="1"/>
          <p:nvPr>
            <p:ph idx="4294967295" type="body"/>
          </p:nvPr>
        </p:nvSpPr>
        <p:spPr>
          <a:xfrm>
            <a:off x="435323" y="1643063"/>
            <a:ext cx="9035400" cy="46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7400" lIns="37400" spcFirstLastPara="1" rIns="37400" wrap="square" tIns="37400">
            <a:noAutofit/>
          </a:bodyPr>
          <a:lstStyle/>
          <a:p>
            <a:pPr indent="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US">
                <a:solidFill>
                  <a:schemeClr val="accent6"/>
                </a:solidFill>
              </a:rPr>
              <a:t>&lt; add the main text complementing the fairness view &gt;</a:t>
            </a:r>
            <a:endParaRPr>
              <a:solidFill>
                <a:schemeClr val="accent6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itle &amp; Bullets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FBFBF"/>
      </a:accent1>
      <a:accent2>
        <a:srgbClr val="333399"/>
      </a:accent2>
      <a:accent3>
        <a:srgbClr val="FFFFFF"/>
      </a:accent3>
      <a:accent4>
        <a:srgbClr val="000000"/>
      </a:accent4>
      <a:accent5>
        <a:srgbClr val="DCDCDC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hoto - Horizontal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FBFBF"/>
      </a:accent1>
      <a:accent2>
        <a:srgbClr val="333399"/>
      </a:accent2>
      <a:accent3>
        <a:srgbClr val="FFFFFF"/>
      </a:accent3>
      <a:accent4>
        <a:srgbClr val="000000"/>
      </a:accent4>
      <a:accent5>
        <a:srgbClr val="DCDCDC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